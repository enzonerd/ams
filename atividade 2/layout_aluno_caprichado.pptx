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400" b="1">
                <a:latin typeface="Calibri"/>
              </a:rPr>
              <a:t>Tecnologia e Inovação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>
                <a:latin typeface="Arial"/>
              </a:rPr>
              <a:t>O impacto das novas tecnologias na sociedade moderna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latin typeface="Times New Roman"/>
              </a:rPr>
              <a:t>A evolução tecnológica tem transformado profundamente a maneira como as pessoas vivem, trabalham e se comunicam. Com o avanço da internet, da inteligência artificial e de dispositivos digitais, tornou-se possível realizar tarefas com mais rapidez e eficiência. Esse progresso continua moldando o futuro e criando novas oportunidades para a sociedade.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4114800"/>
            <a:ext cx="7315200" cy="18288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4206240"/>
            <a:ext cx="694944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latin typeface="Courier New"/>
              </a:rPr>
              <a:t>let nome = "Enzo";
function mensagem() {
    console.log("Bem-vindo, " + nome + "!");
}
mensagem();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